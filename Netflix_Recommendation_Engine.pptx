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8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033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007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571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94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417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233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348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19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075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14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2764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896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0673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44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530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631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5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1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Netflix Movie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Engine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1792" y="29718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2F2"/>
                </a:solidFill>
              </a:rPr>
              <a:t>Capstone project built as a recruiter-ready ML product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1792" y="35204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Python | Pandas | Scikit-learn | Streamlit | Recommendation Systems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Kummari Thirumala Raju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60920" y="685800"/>
            <a:ext cx="3474720" cy="3474720"/>
          </a:xfrm>
          <a:prstGeom prst="arc">
            <a:avLst/>
          </a:prstGeom>
          <a:noFill/>
          <a:ln w="101600">
            <a:solidFill>
              <a:srgbClr val="E5091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11312" y="16642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818120" y="4206240"/>
            <a:ext cx="2651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Personalization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Analytics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End-to-end recommendation workflow with measurable model output.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</a:rPr>
              <a:t>5969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Ratings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</a:rPr>
              <a:t>100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764B"/>
                </a:solidFill>
              </a:rPr>
              <a:t>500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Movies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7512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Genres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410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3BBC"/>
                </a:solidFill>
              </a:rPr>
              <a:t>3.44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4108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Built deliverables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49377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</a:rPr>
              <a:t>EDA dashboard with genre insights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Popularity and content-based recommendations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Hybrid user recommendation logic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Model evaluation with RMSE and MAE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GitHub-ready folder structure and app</a:t>
            </a:r>
            <a:endParaRPr lang="en-US" sz="1300" dirty="0"/>
          </a:p>
        </p:txBody>
      </p:sp>
      <p:pic>
        <p:nvPicPr>
          <p:cNvPr id="22" name="Image 0" descr="/mnt/data/netflix_assets/avg_rating_gen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88920"/>
            <a:ext cx="4754880" cy="2743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Convert user activity into personalized movie discovery.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0914"/>
                </a:solidFill>
              </a:rPr>
              <a:t>Problem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5029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OTT users face choice overload. Recommendation engines reduce search effort and increase engagement by predicting what users are likely to watch.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Capstone objectives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6634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</a:rPr>
              <a:t>Find the most popular and liked genres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Recommend the best suited movies for users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Find best and worst rated genres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Build a deployable interactive ML app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17320" y="4416552"/>
            <a:ext cx="18288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4760" y="4416552"/>
            <a:ext cx="18288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4416552"/>
            <a:ext cx="18288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49640" y="4416552"/>
            <a:ext cx="18288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005072"/>
            <a:ext cx="146304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3240" y="4005072"/>
            <a:ext cx="1463040" cy="822960"/>
          </a:xfrm>
          <a:prstGeom prst="rect">
            <a:avLst/>
          </a:prstGeom>
          <a:solidFill>
            <a:srgbClr val="633BBC"/>
          </a:solidFill>
          <a:ln>
            <a:solidFill>
              <a:srgbClr val="633BB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40680" y="4005072"/>
            <a:ext cx="1463040" cy="822960"/>
          </a:xfrm>
          <a:prstGeom prst="rect">
            <a:avLst/>
          </a:prstGeom>
          <a:solidFill>
            <a:srgbClr val="18764B"/>
          </a:solidFill>
          <a:ln>
            <a:solidFill>
              <a:srgbClr val="1876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4005072"/>
            <a:ext cx="1463040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195560" y="4005072"/>
            <a:ext cx="1463040" cy="82296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Understanding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Fields, size, quality checks and suitability for recommendations.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1280160"/>
            <a:ext cx="1325880" cy="329184"/>
          </a:xfrm>
          <a:prstGeom prst="rect">
            <a:avLst/>
          </a:prstGeom>
          <a:solidFill>
            <a:srgbClr val="1F4E79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Column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65960" y="1280160"/>
            <a:ext cx="3703320" cy="329184"/>
          </a:xfrm>
          <a:prstGeom prst="rect">
            <a:avLst/>
          </a:prstGeom>
          <a:solidFill>
            <a:srgbClr val="1F4E79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Meaning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1709928"/>
            <a:ext cx="13258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CustomerID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709928"/>
            <a:ext cx="3703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Unique user identifier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139696"/>
            <a:ext cx="13258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MovieID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65960" y="2139696"/>
            <a:ext cx="3703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Unique movie identifier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569464"/>
            <a:ext cx="13258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Rating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2569464"/>
            <a:ext cx="3703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User rating from 1 to 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2999232"/>
            <a:ext cx="13258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Title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65960" y="2999232"/>
            <a:ext cx="3703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Movie title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13258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Genre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3429000"/>
            <a:ext cx="3703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Movie category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858768"/>
            <a:ext cx="13258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Year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3858768"/>
            <a:ext cx="3703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Movie release year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</a:rPr>
              <a:t>Data quality result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00800" y="1737360"/>
            <a:ext cx="47548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</a:rPr>
              <a:t>No missing values after check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No duplicate records after cleanup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Rating values validated from 1 to 5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Movie years: 1918 to 2005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Ready for EDA and recommendation modeling</a:t>
            </a:r>
            <a:endParaRPr lang="en-US" sz="1300" dirty="0"/>
          </a:p>
        </p:txBody>
      </p:sp>
      <p:pic>
        <p:nvPicPr>
          <p:cNvPr id="26" name="Image 0" descr="/mnt/data/netflix_assets/movies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4760"/>
            <a:ext cx="4572000" cy="2194560"/>
          </a:xfrm>
          <a:prstGeom prst="rect">
            <a:avLst/>
          </a:prstGeom>
        </p:spPr>
      </p:pic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Modular pipeline from raw CSV to deployed Streamlit product.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57400" y="3337560"/>
            <a:ext cx="1417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3337560"/>
            <a:ext cx="1417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20840" y="3337560"/>
            <a:ext cx="1417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52560" y="3337560"/>
            <a:ext cx="1417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146304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CSV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880360"/>
            <a:ext cx="1645920" cy="914400"/>
          </a:xfrm>
          <a:prstGeom prst="rect">
            <a:avLst/>
          </a:prstGeom>
          <a:solidFill>
            <a:srgbClr val="633BBC"/>
          </a:solidFill>
          <a:ln>
            <a:solidFill>
              <a:srgbClr val="633BB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Cleaning + EDA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2880360"/>
            <a:ext cx="1828800" cy="914400"/>
          </a:xfrm>
          <a:prstGeom prst="rect">
            <a:avLst/>
          </a:prstGeom>
          <a:solidFill>
            <a:srgbClr val="18764B"/>
          </a:solidFill>
          <a:ln>
            <a:solidFill>
              <a:srgbClr val="1876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2880360"/>
            <a:ext cx="173736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78440" y="2880360"/>
            <a:ext cx="1280160" cy="91440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Artifacts saved in models folder: encoders, vectorizer, similarity matrix, movie stats, metrics and trained rating model.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5440680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</a:rPr>
              <a:t>Why this matters: the app loads trained assets instead of retraining every time, making it faster and deployment-ready.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Data patterns that guide recommendations and business decisions.</a:t>
            </a:r>
            <a:endParaRPr lang="en-US" sz="1150" dirty="0"/>
          </a:p>
        </p:txBody>
      </p:sp>
      <p:pic>
        <p:nvPicPr>
          <p:cNvPr id="10" name="Image 0" descr="/mnt/data/netflix_assets/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3429000" cy="2057400"/>
          </a:xfrm>
          <a:prstGeom prst="rect">
            <a:avLst/>
          </a:prstGeom>
        </p:spPr>
      </p:pic>
      <p:pic>
        <p:nvPicPr>
          <p:cNvPr id="11" name="Image 1" descr="/mnt/data/netflix_assets/avg_rating_gen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34440"/>
            <a:ext cx="3429000" cy="2057400"/>
          </a:xfrm>
          <a:prstGeom prst="rect">
            <a:avLst/>
          </a:prstGeom>
        </p:spPr>
      </p:pic>
      <p:pic>
        <p:nvPicPr>
          <p:cNvPr id="12" name="Image 2" descr="/mnt/data/netflix_assets/ratings_by_gen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234440"/>
            <a:ext cx="3429000" cy="2057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764B"/>
                </a:solidFill>
              </a:rPr>
              <a:t>Thriller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914400" y="4727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Best-rated genre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84632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</a:rPr>
              <a:t>Comedy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4846320" y="4727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Worst-rated genre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59536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</a:rPr>
              <a:t>Drama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595360" y="4727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Most-rated genre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Multiple approaches handle different user situations.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</a:rPr>
              <a:t>Popularity-Based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Best for new users. Ranks movies using average rating and rating count.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33BBC"/>
                </a:solidFill>
              </a:rPr>
              <a:t>Content-Based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34340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Best for movie search. Uses TF-IDF and cosine similarity on title, genre and year.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764B"/>
                </a:solidFill>
              </a:rPr>
              <a:t>Hybrid User-Based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00100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Best for personalization. Combines movie quality, user genre preference and popularity.</a:t>
            </a:r>
            <a:endParaRPr lang="en-US" sz="1300" dirty="0"/>
          </a:p>
        </p:txBody>
      </p:sp>
      <p:pic>
        <p:nvPicPr>
          <p:cNvPr id="16" name="Image 0" descr="/mnt/data/netflix_assets/top_popular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17520"/>
            <a:ext cx="4663440" cy="2606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1792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50914"/>
                </a:solidFill>
              </a:rPr>
              <a:t>Hybrid score = 45% average rating + 35% genre preference + 20% normalized popularity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Streamlit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Pages designed for demos, recruiters and project review.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11680" y="2011680"/>
            <a:ext cx="914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86200" y="2011680"/>
            <a:ext cx="914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2011680"/>
            <a:ext cx="914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35240" y="2011680"/>
            <a:ext cx="914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0" y="2011680"/>
            <a:ext cx="914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1600200"/>
            <a:ext cx="1325880" cy="82296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600200"/>
            <a:ext cx="132588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1600200"/>
            <a:ext cx="1325880" cy="822960"/>
          </a:xfrm>
          <a:prstGeom prst="rect">
            <a:avLst/>
          </a:prstGeom>
          <a:solidFill>
            <a:srgbClr val="633BBC"/>
          </a:solidFill>
          <a:ln>
            <a:solidFill>
              <a:srgbClr val="633BB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Popular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600200"/>
            <a:ext cx="1325880" cy="822960"/>
          </a:xfrm>
          <a:prstGeom prst="rect">
            <a:avLst/>
          </a:prstGeom>
          <a:solidFill>
            <a:srgbClr val="18764B"/>
          </a:solidFill>
          <a:ln>
            <a:solidFill>
              <a:srgbClr val="1876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Movie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1600200"/>
            <a:ext cx="1325880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0" y="1600200"/>
            <a:ext cx="1325880" cy="82296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Interactive controls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41148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</a:rPr>
              <a:t>Search/select movie title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Filter by genre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Adjust top-N recommendations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Enter customer ID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Predict rating for user-movie pair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Demo story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3794760"/>
            <a:ext cx="43891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</a:rPr>
              <a:t>Start with KPIs on Home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Show genre insights in EDA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Generate similar movies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Generate user recommendations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</a:rPr>
              <a:t>Explain RMSE/MAE in evaluation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097280" cy="0"/>
          </a:xfrm>
          <a:prstGeom prst="line">
            <a:avLst/>
          </a:prstGeom>
          <a:noFill/>
          <a:ln w="381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Rating prediction adds measurable ML quality to the project.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</a:rPr>
              <a:t>1.150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RMSE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</a:rPr>
              <a:t>0.972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0060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MAE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582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764B"/>
                </a:solidFill>
              </a:rPr>
              <a:t>RF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58200" y="2075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102412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</a:rPr>
              <a:t>Random Forest Regressor predicts user ratings using encoded user ID, movie ID, genre and year.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886200"/>
            <a:ext cx="93268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</a:rPr>
              <a:t>RMSE shows how strongly large prediction mistakes affect performance.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MAE shows the average rating error in star units.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These metrics prove that the project is more than a static dashboard.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Future upgrade: add SVD matrix factorization and Precision@K/Recall@K.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08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0914"/>
                </a:solidFill>
              </a:rPr>
              <a:t>Netflix Movie Recommendation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Questions?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888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</TotalTime>
  <Words>553</Words>
  <Application>Microsoft Macintosh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 Recommendation Engine</dc:title>
  <dc:subject>Netflix Recommendation Engine Capstone</dc:subject>
  <dc:creator>Kummari Thirumala Raju</dc:creator>
  <cp:lastModifiedBy>Thirumala Raju Kummari</cp:lastModifiedBy>
  <cp:revision>2</cp:revision>
  <dcterms:created xsi:type="dcterms:W3CDTF">2026-05-20T15:58:38Z</dcterms:created>
  <dcterms:modified xsi:type="dcterms:W3CDTF">2026-05-20T17:26:16Z</dcterms:modified>
</cp:coreProperties>
</file>